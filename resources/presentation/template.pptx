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034185"/>
    <a:srgbClr val="1D1E1E"/>
    <a:srgbClr val="E6E9F0"/>
    <a:srgbClr val="DFDEDE"/>
    <a:srgbClr val="383838"/>
    <a:srgbClr val="0F4382"/>
    <a:srgbClr val="79A7C6"/>
    <a:srgbClr val="5FA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6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0" y="69"/>
      </p:cViewPr>
      <p:guideLst>
        <p:guide orient="horz" pos="4088"/>
        <p:guide pos="234"/>
        <p:guide pos="1822"/>
        <p:guide pos="2094"/>
        <p:guide pos="3727"/>
        <p:guide pos="3953"/>
        <p:guide pos="5586"/>
        <p:guide pos="5813"/>
        <p:guide pos="7446"/>
        <p:guide orient="horz" pos="1253"/>
        <p:guide orient="horz" pos="1548"/>
        <p:guide orient="horz" pos="2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388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FAB6-233A-4A22-8319-D909A14FE04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E7A2-4C6D-4C15-95F1-263CC5F66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68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FAB6-233A-4A22-8319-D909A14FE04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E7A2-4C6D-4C15-95F1-263CC5F66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04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FAB6-233A-4A22-8319-D909A14FE04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E7A2-4C6D-4C15-95F1-263CC5F66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3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FAB6-233A-4A22-8319-D909A14FE04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E7A2-4C6D-4C15-95F1-263CC5F66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687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FAB6-233A-4A22-8319-D909A14FE04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E7A2-4C6D-4C15-95F1-263CC5F66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894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FAB6-233A-4A22-8319-D909A14FE04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E7A2-4C6D-4C15-95F1-263CC5F66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321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FAB6-233A-4A22-8319-D909A14FE04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E7A2-4C6D-4C15-95F1-263CC5F66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661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FAB6-233A-4A22-8319-D909A14FE04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E7A2-4C6D-4C15-95F1-263CC5F66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65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FAB6-233A-4A22-8319-D909A14FE04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E7A2-4C6D-4C15-95F1-263CC5F66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312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FAB6-233A-4A22-8319-D909A14FE04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E7A2-4C6D-4C15-95F1-263CC5F66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301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FAB6-233A-4A22-8319-D909A14FE04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E7A2-4C6D-4C15-95F1-263CC5F66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297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1155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AFAB6-233A-4A22-8319-D909A14FE047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FE7A2-4C6D-4C15-95F1-263CC5F664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50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ВОДОКОМФОРТ">
  <a:themeElements>
    <a:clrScheme name="ВОДОКОМФОРТ">
      <a:dk1>
        <a:sysClr val="windowText" lastClr="000000"/>
      </a:dk1>
      <a:lt1>
        <a:sysClr val="window" lastClr="FFFFFF"/>
      </a:lt1>
      <a:dk2>
        <a:srgbClr val="0F4382"/>
      </a:dk2>
      <a:lt2>
        <a:srgbClr val="E6E9F0"/>
      </a:lt2>
      <a:accent1>
        <a:srgbClr val="0F4382"/>
      </a:accent1>
      <a:accent2>
        <a:srgbClr val="79A7C6"/>
      </a:accent2>
      <a:accent3>
        <a:srgbClr val="034185"/>
      </a:accent3>
      <a:accent4>
        <a:srgbClr val="DFDEDE"/>
      </a:accent4>
      <a:accent5>
        <a:srgbClr val="C00000"/>
      </a:accent5>
      <a:accent6>
        <a:srgbClr val="383838"/>
      </a:accent6>
      <a:hlink>
        <a:srgbClr val="0F4382"/>
      </a:hlink>
      <a:folHlink>
        <a:srgbClr val="79A7C6"/>
      </a:folHlink>
    </a:clrScheme>
    <a:fontScheme name="ВОДОКОМФОРТ">
      <a:majorFont>
        <a:latin typeface="DIN Condensed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3001</TotalTime>
  <Words>354</Words>
  <Application>Microsoft Office PowerPoint</Application>
  <PresentationFormat>Широкоэкранный</PresentationFormat>
  <Paragraphs>78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DIN Condensed Light</vt:lpstr>
      <vt:lpstr>Roboto</vt:lpstr>
      <vt:lpstr>Тема Office</vt:lpstr>
      <vt:lpstr>Office Theme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Andrey Vasilev</cp:lastModifiedBy>
  <cp:revision>214</cp:revision>
  <cp:lastPrinted>2026-09-03T07:25:40Z</cp:lastPrinted>
  <dcterms:created xsi:type="dcterms:W3CDTF">2023-04-03T17:22:24Z</dcterms:created>
  <dcterms:modified xsi:type="dcterms:W3CDTF">2026-10-16T08:21:38Z</dcterms:modified>
</cp:coreProperties>
</file>